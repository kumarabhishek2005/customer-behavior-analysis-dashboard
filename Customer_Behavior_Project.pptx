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429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MARabhishek2005/Customer-Behavior-Analysis-Dashboar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posts/abhishek-kumar-2a746a247_powerbi-sql-postgresql-ugcPost-7468193832061485057-j7Be/?utm_source=share&amp;utm_medium=member_desktop&amp;rcm=ACoAAD0dSx8BG4yGkSsXdkMCPaNxmJEc667Q35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97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project: CSV → Python → PostgreSQL → Power BI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192024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32186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3154680"/>
            <a:ext cx="192024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14600" y="32186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1460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192024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32186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3154680"/>
            <a:ext cx="192024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12280" y="32186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States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|  PostgreSQL  |  Power BI  |  DAX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D00A8F9-DF7D-6F38-EEAE-0D489F4E7E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592" y="0"/>
            <a:ext cx="9144000" cy="51010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161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The retailer had around 3,900 customer records but had no clear understanding of customer buying behavior, website/session trends, or how discounts were affecting sales. This made it difficult to make data-driven decisions.</a:t>
            </a:r>
          </a:p>
        </p:txBody>
      </p:sp>
      <p:sp>
        <p:nvSpPr>
          <p:cNvPr id="7" name="Shape 5"/>
          <p:cNvSpPr/>
          <p:nvPr/>
        </p:nvSpPr>
        <p:spPr>
          <a:xfrm>
            <a:off x="4434840" y="822960"/>
            <a:ext cx="4389120" cy="12344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0" y="896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21615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Build an end-to-end analytics solution—from raw CSV data to an interactive Power BI dashboard—that answers key business questions related to revenue trends, customer behavior, and seasonality, covering 13 important KPIs and insights.</a:t>
            </a:r>
          </a:p>
        </p:txBody>
      </p:sp>
      <p:sp>
        <p:nvSpPr>
          <p:cNvPr id="10" name="Shape 8"/>
          <p:cNvSpPr/>
          <p:nvPr/>
        </p:nvSpPr>
        <p:spPr>
          <a:xfrm>
            <a:off x="274320" y="2326894"/>
            <a:ext cx="150876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274320" y="23591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4871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11680" y="2331720"/>
            <a:ext cx="150876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11680" y="23591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4871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331720"/>
            <a:ext cx="150876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749040" y="23591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Queries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24871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2331720"/>
            <a:ext cx="1508760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0" y="23591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24871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23760" y="2331720"/>
            <a:ext cx="150876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223760" y="2359152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566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3,900 rows × 16 columns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931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1330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3342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5354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736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931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41330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43342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5354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736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8412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with pandas. Check shape (3,900 × 16), dtypes, and null counts.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zero nulls across all 16 columns — dataset was clean.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32304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50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Types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066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Purchase Amount to float, Review Rating to float, Age to int.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36976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3236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552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1129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bins: 18-25, 26-35, 36-50, 50+ for segmentation.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59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PostgreSQL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3159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SQLAlchemy to push clean DataFrame to a PostgreSQL table named 'customer'.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828032"/>
            <a:ext cx="8595360" cy="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13 Business Queries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" y="822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revenue split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1005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SUM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408176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8600" y="14081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" y="14264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spenders with discount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16093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+ Subquery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011680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8600" y="2011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22128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+ ORDER BY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615184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28600" y="26151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952" y="26334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purchased items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" y="2816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+ GROUP BY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218688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28600" y="3218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" y="32369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" y="341985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+ GROUP BY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822192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28600" y="38221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" y="38404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" y="4023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+ Bins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4425696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28600" y="44256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" y="44439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by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" y="462686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804672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63440" y="804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3792" y="822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usage % by product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93792" y="1005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+ CASE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408176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14081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93792" y="14264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% of total revenue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16093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OVER()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011680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63440" y="2011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93792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spending customer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93792" y="22128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DESC LIMIT 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615184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663440" y="26151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93792" y="26334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revenue analysis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93792" y="2816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season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3218688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63440" y="3218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93792" y="32369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rank by category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93792" y="341985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OVER()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822192"/>
            <a:ext cx="457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663440" y="38221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93792" y="38404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revenue per customer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93792" y="4023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PARTITION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64008" cy="1078992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868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drive 68% of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1612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$157,890 vs Female: $75,191 — targeting male shoppers with loyalty programs could amplify revenue.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28032" y="868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is the top revenue season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1612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Fall: $60,018 → Spring: $58,679 → Winter: $58,607 → Summer: $55,777. Plan inventory &amp; promotions for Q3-Q4.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64008" cy="10789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8912" y="2148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 at 45% of 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4414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$104K (45%) → Accessories $74K (32%) → Footwear $36K (15%) → Outerwear $19K (8%).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057400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2057400"/>
            <a:ext cx="64008" cy="10789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2148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age group are the biggest spenders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24414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50+ contribute $88,480 (38%) of total revenue — a premium segment to target.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8912" y="3429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Montana, Illinois &amp; California lead by state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7216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states: Montana $5,784 | Illinois $5,617 | California $5,605 — high-potential markets.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337560"/>
            <a:ext cx="420624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6400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28032" y="3429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reduce revenue, not boost 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7216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Non-discounted orders generated $133,670 vs $99,411 with discounts. Discount strategy needs review.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15B57E-C12B-164B-57A3-0DBDF6F68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1253853"/>
            <a:ext cx="3791083" cy="3162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3E2F0C-D374-CE61-AAB5-A10770944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83" y="1253854"/>
            <a:ext cx="4770301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598102" y="3647193"/>
            <a:ext cx="2609282" cy="7772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/>
          <p:nvPr/>
        </p:nvSpPr>
        <p:spPr>
          <a:xfrm>
            <a:off x="433070" y="367203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($88K)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58400" y="404698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 age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175250" y="3638810"/>
            <a:ext cx="2743200" cy="7772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5054600" y="3647193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(677)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 flipH="1">
            <a:off x="5054599" y="4007612"/>
            <a:ext cx="2603499" cy="325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payment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126480" y="37947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42F5D2-DFE3-9FE4-5D84-5672AEBC5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02" y="847377"/>
            <a:ext cx="2578168" cy="26669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5120C1-D4E7-8751-403B-6877D8044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862063"/>
            <a:ext cx="2743200" cy="2637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57276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31673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77724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65960" y="777240"/>
            <a:ext cx="1572768" cy="91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65960" y="9326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65960" y="131673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03320" y="77724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703320" y="777240"/>
            <a:ext cx="15727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03320" y="9326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131673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77724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40680" y="777240"/>
            <a:ext cx="1572768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40680" y="9326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131673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77724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78040" y="777240"/>
            <a:ext cx="1572768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78040" y="9326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131673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1874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28600" y="2267712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331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2560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28163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68% vs Female 32%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2267712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46120" y="2331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2560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discount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46120" y="28163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Non-discount earns +34% more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2267712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72200" y="2331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2560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items purchased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28163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Blouse, Pants &amp; Jewelry lead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3832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0040" y="34472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3675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39319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is #1 (677 customers)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54680" y="33832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46120" y="34472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46120" y="3675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season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46120" y="39319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peaks at $60,018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822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discounting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not lifting revenue. Shift from blanket discounts to loyalty points or bundle offers that maintain margin.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Fall/Spring marketing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385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($60K) and Spring ($58.7K) drive the most revenue. Increase ad spend and stock in Q2-Q3 preparation.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87168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5054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50+ segment with premium products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797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50+ age group contributes 38% of revenue. Create curated collections and personalised outreach for this segment.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3467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Montana, Illinois &amp; California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2102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revenue states — prioritise physical stores, pop-ups, or local campaigns in these markets.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1879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Clothing &amp; Accessories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4622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are 77% of revenue. Deeper inventory analysis (colour, size, style) would unlock further growth.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0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Kumar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Power BI  |  SQL  | 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SQLAlchemy)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13 analytical queries incl. window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DAX measures, interactive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 &amp; data-driven recommendations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</a:t>
            </a:r>
            <a:r>
              <a:rPr lang="en-US" sz="1200" dirty="0">
                <a:solidFill>
                  <a:srgbClr val="607A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https://github.com/KUMARabhishek2005/Customer-Behavior-Analysis-Dashboard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0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</a:t>
            </a:r>
            <a:r>
              <a:rPr lang="en-US" sz="1200" dirty="0">
                <a:solidFill>
                  <a:srgbClr val="607A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https://www.linkedin.com/posts/abhishek-kumar-2a746a247_powerbi-sql-postgresql-ugcPost-7468193832061485057-j7Be/?utm_source=share&amp;utm_medium=member_desktop&amp;rcm=ACoAAD0dSx8BG4yGkSsXdkMCPaNxmJEc667Q35c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894</Words>
  <Application>Microsoft Office PowerPoint</Application>
  <PresentationFormat>On-screen Show (16:9)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Analysis – Portfolio Project</dc:title>
  <dc:subject>PptxGenJS Presentation</dc:subject>
  <dc:creator>PptxGenJS</dc:creator>
  <cp:lastModifiedBy>Abhishek Kumar</cp:lastModifiedBy>
  <cp:revision>3</cp:revision>
  <dcterms:created xsi:type="dcterms:W3CDTF">2026-06-04T05:03:50Z</dcterms:created>
  <dcterms:modified xsi:type="dcterms:W3CDTF">2026-06-04T07:02:02Z</dcterms:modified>
</cp:coreProperties>
</file>