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37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6429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97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Dashboard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65760" y="2377440"/>
            <a:ext cx="5029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analytics project: CSV → Python → PostgreSQL →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3154680"/>
            <a:ext cx="1920240" cy="914400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321868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" y="3657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3154680"/>
            <a:ext cx="1920240" cy="914400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514600" y="321868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$233K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14600" y="3657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3154680"/>
            <a:ext cx="1920240" cy="914400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663440" y="321868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 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63440" y="3657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Rating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1920240" cy="914400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812280" y="321868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States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12280" y="3657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Python  |  PostgreSQL  |  Power BI  |  DAX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D00A8F9-DF7D-6F38-EEAE-0D489F4E7E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4592" y="0"/>
            <a:ext cx="9144000" cy="51010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5760" y="89611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216152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/>
              <a:t>The retailer had around 3,900 customer records but had no clear understanding of customer buying behavior, website/session trends, or how discounts were affecting sales. This made it difficult to make data-driven decisions.</a:t>
            </a:r>
          </a:p>
        </p:txBody>
      </p:sp>
      <p:sp>
        <p:nvSpPr>
          <p:cNvPr id="7" name="Shape 5"/>
          <p:cNvSpPr/>
          <p:nvPr/>
        </p:nvSpPr>
        <p:spPr>
          <a:xfrm>
            <a:off x="4434840" y="822960"/>
            <a:ext cx="4389120" cy="1234440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89611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1216152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Build an end-to-end analytics solution—from raw CSV data to an interactive Power BI dashboard—that answers key business questions related to revenue trends, customer behavior, and seasonality, covering 13 important KPIs and insights.</a:t>
            </a:r>
          </a:p>
        </p:txBody>
      </p:sp>
      <p:sp>
        <p:nvSpPr>
          <p:cNvPr id="10" name="Shape 8"/>
          <p:cNvSpPr/>
          <p:nvPr/>
        </p:nvSpPr>
        <p:spPr>
          <a:xfrm>
            <a:off x="274320" y="2326894"/>
            <a:ext cx="150876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274320" y="2359152"/>
            <a:ext cx="1508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CSV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83080" y="2487168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11680" y="2331720"/>
            <a:ext cx="150876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011680" y="2359152"/>
            <a:ext cx="1508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2487168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2331720"/>
            <a:ext cx="1508760" cy="7772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749040" y="2359152"/>
            <a:ext cx="1508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+ Queries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2331720"/>
            <a:ext cx="1508760" cy="7772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86400" y="2359152"/>
            <a:ext cx="1508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2487168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23760" y="2331720"/>
            <a:ext cx="1508760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223760" y="2359152"/>
            <a:ext cx="1508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318211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3566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3,900 rows × 16 columns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393192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" y="41330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433425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Purchased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5354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473659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Amount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393192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41330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63440" y="433425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Rating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63440" y="45354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Applied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663440" y="473659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1C2E"/>
          </a:solidFill>
          <a:ln w="12700">
            <a:solidFill>
              <a:srgbClr val="0F1C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Cleaning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841248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Inspect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097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CSV with pandas. Check shape (3,900 × 16), dtypes, and null counts.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627632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4320" y="1627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6459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Nulls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190195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zero nulls across all 16 columns — dataset was clean.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432304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74320" y="2432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245059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Types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70662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Purchase Amount to float, Review Rating to float, Age to int.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236976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74320" y="323697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2552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51129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age_group bins: 18-25, 26-35, 36-50, 50+ for segmentation.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041648"/>
            <a:ext cx="5029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74320" y="4041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405993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PostgreSQL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31596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SQLAlchemy to push clean DataFrame to a PostgreSQL table named 'customer'.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828032"/>
            <a:ext cx="8595360" cy="0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13 Business Queries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2860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58952" y="82296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revenue split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58952" y="100584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+ SUM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408176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28600" y="14081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58952" y="14264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spenders with discount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8952" y="160934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+ Subquery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2011680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28600" y="201168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58952" y="202996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products by rating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21284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+ ORDER BY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2615184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28600" y="261518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58952" y="263347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most purchased items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" y="281635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+ GROUP BY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3218688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28600" y="321868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58952" y="323697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category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8952" y="341985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+ GROUP BY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8600" y="3822192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28600" y="38221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8952" y="38404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age group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" y="402336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Bins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4425696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28600" y="442569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952" y="444398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states by revenue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8952" y="462686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804672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66344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93792" y="82296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usage % by product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93792" y="100584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+ CASE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63440" y="1408176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663440" y="14081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93792" y="142646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% of total revenue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93792" y="160934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OVER()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011680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663440" y="201168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193792" y="202996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spending customer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193792" y="221284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DESC LIMIT 1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63440" y="2615184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663440" y="261518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93792" y="263347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revenue analysis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193792" y="281635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season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3218688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63440" y="321868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193792" y="323697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rank by category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193792" y="341985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RANK() OVER()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63440" y="3822192"/>
            <a:ext cx="457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663440" y="38221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193792" y="38404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revenue per customer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93792" y="402336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OVER PARTITION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Business Insights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078992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64008" cy="1078992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38912" y="8686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customers drive 68% of revenue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" y="1161288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 $157,890 vs Female: $75,191 — targeting male shoppers with loyalty programs could amplify revenue.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777240"/>
            <a:ext cx="4206240" cy="1078992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663440" y="777240"/>
            <a:ext cx="64008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828032" y="8686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is the top revenue season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28032" y="1161288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Fall: $60,018 → Spring: $58,679 → Winter: $58,607 → Summer: $55,777. Plan inventory &amp; promotions for Q3-Q4.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4206240" cy="1078992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64008" cy="107899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38912" y="214884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dominates at 45% of revenue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" y="2441448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$104K (45%) → Accessories $74K (32%) → Footwear $36K (15%) → Outerwear $19K (8%).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057400"/>
            <a:ext cx="4206240" cy="1078992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663440" y="2057400"/>
            <a:ext cx="64008" cy="107899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828032" y="214884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age group are the biggest spenders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2441448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aged 50+ contribute $88,480 (38%) of total revenue — a premium segment to target.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337560"/>
            <a:ext cx="4206240" cy="1078992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74320" y="3337560"/>
            <a:ext cx="6400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38912" y="34290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Montana, Illinois &amp; California lead by state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" y="3721608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states: Montana $5,784 | Illinois $5,617 | California $5,605 — high-potential markets.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3337560"/>
            <a:ext cx="4206240" cy="1078992"/>
          </a:xfrm>
          <a:prstGeom prst="rect">
            <a:avLst/>
          </a:prstGeom>
          <a:solidFill>
            <a:srgbClr val="F0F4F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663440" y="3337560"/>
            <a:ext cx="64008" cy="10789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28032" y="34290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 reduce revenue, not boost 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3721608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Non-discounted orders generated $133,670 vs $99,411 with discounts. Discount strategy needs review.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Analysis</a:t>
            </a:r>
            <a:endParaRPr lang="en-US" sz="2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15B57E-C12B-164B-57A3-0DBDF6F68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100" y="1253853"/>
            <a:ext cx="3791083" cy="3162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3E2F0C-D374-CE61-AAB5-A10770944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783" y="1253854"/>
            <a:ext cx="4770301" cy="3162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2200" dirty="0"/>
          </a:p>
        </p:txBody>
      </p:sp>
      <p:sp>
        <p:nvSpPr>
          <p:cNvPr id="7" name="Shape 2"/>
          <p:cNvSpPr/>
          <p:nvPr/>
        </p:nvSpPr>
        <p:spPr>
          <a:xfrm>
            <a:off x="598102" y="3647193"/>
            <a:ext cx="2609282" cy="777240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/>
          <p:nvPr/>
        </p:nvSpPr>
        <p:spPr>
          <a:xfrm>
            <a:off x="433070" y="367203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($88K)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458400" y="4046989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spender age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5175250" y="3638810"/>
            <a:ext cx="2743200" cy="777240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6"/>
          <p:cNvSpPr/>
          <p:nvPr/>
        </p:nvSpPr>
        <p:spPr>
          <a:xfrm>
            <a:off x="5054600" y="3647193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(677)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 flipH="1">
            <a:off x="5054599" y="4007612"/>
            <a:ext cx="2603499" cy="3256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payment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6126480" y="3794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142F5D2-DFE3-9FE4-5D84-5672AEBC5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02" y="847377"/>
            <a:ext cx="2578168" cy="266693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5120C1-D4E7-8751-403B-6877D8044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862063"/>
            <a:ext cx="2743200" cy="26375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0"/>
          </a:solidFill>
          <a:ln w="12700">
            <a:solidFill>
              <a:srgbClr val="1A27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57276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28600" y="932688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3,900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28600" y="131673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65960" y="77724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965960" y="777240"/>
            <a:ext cx="1572768" cy="914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965960" y="932688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$233K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65960" y="131673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03320" y="77724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703320" y="777240"/>
            <a:ext cx="157276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03320" y="932688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$59.76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03320" y="131673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40680" y="77724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440680" y="777240"/>
            <a:ext cx="1572768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440680" y="932688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40680" y="131673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rating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78040" y="777240"/>
            <a:ext cx="157276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178040" y="777240"/>
            <a:ext cx="1572768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178040" y="932688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78040" y="131673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18745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Visuals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28600" y="2267712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3317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0040" y="25603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split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0040" y="28163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68% vs Female 32%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54680" y="2267712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246120" y="23317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chart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46120" y="25603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discount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46120" y="28163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Non-discount earns +34% more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80760" y="2267712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172200" y="23317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72200" y="25603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items purchased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172200" y="2816352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Blouse, Pants &amp; Jewelry lead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" y="3383280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20040" y="344728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0040" y="367588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0040" y="393192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is #1 (677 customers)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154680" y="3383280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46120" y="344728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chart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246120" y="367588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season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246120" y="393192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peaks at $60,018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5029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804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8229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Rethink discounting strategy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09728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 are not lifting revenue. Shift from blanket discounts to loyalty points or bundle offers that maintain margin.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5029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432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6642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down on Fall/Spring marketing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193852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($60K) and Spring ($58.7K) drive the most revenue. Increase ad spend and stock in Q2-Q3 preparation.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487168"/>
            <a:ext cx="5029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74320" y="2487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50545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50+ segment with premium products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77977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50+ age group contributes 38% of revenue. Create curated collections and personalised outreach for this segment.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5029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74320" y="33284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34670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in Montana, Illinois &amp; California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621024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revenue states — prioritise physical stores, pop-ups, or local campaigns in these markets.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169664"/>
            <a:ext cx="5029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74320" y="4169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18795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Clothing &amp; Accessories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4622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are 77% of revenue. Deeper inventory analysis (colour, size, style) would unlock further growth.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0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Abhishek Kumar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 |  Power BI  |  SQL  | 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50292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(pandas, SQLAlchemy)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13 analytical queries incl. window functions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DAX measures, interactive 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storytelling &amp; data-driven recommendations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854</Words>
  <Application>Microsoft Office PowerPoint</Application>
  <PresentationFormat>On-screen Show (16:9)</PresentationFormat>
  <Paragraphs>180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Behavior Analysis – Portfolio Project</dc:title>
  <dc:subject>PptxGenJS Presentation</dc:subject>
  <dc:creator>PptxGenJS</dc:creator>
  <cp:lastModifiedBy>Abhishek Kumar</cp:lastModifiedBy>
  <cp:revision>2</cp:revision>
  <dcterms:created xsi:type="dcterms:W3CDTF">2026-06-04T05:03:50Z</dcterms:created>
  <dcterms:modified xsi:type="dcterms:W3CDTF">2026-06-04T05:47:24Z</dcterms:modified>
</cp:coreProperties>
</file>